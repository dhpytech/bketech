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FFC0"/>
    <a:srgbClr val="E0E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E69A5-DFB7-8CA4-C177-58352994B4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C9C9C7-BE23-ED3A-383E-FF15F0FFA7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F37D2F-7104-5A94-8AFD-22579FB16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C31B9-1695-47EE-AA24-B2AFA80C1013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1067D2-6F00-200E-1179-99C1C6AAB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210F0A-0778-5DEA-1BEB-7FFD66A48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257FE-BD7F-4E22-94AE-6D6F0038D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05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8445D-ACDB-7E55-26C5-D037C2C8D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2A527-79DF-657E-52B5-168F5F753F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6ED962-D0D7-5B96-16B6-A4001BE51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C31B9-1695-47EE-AA24-B2AFA80C1013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DD4452-E76E-9B51-6136-3333E0D41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3E68E1-9D79-952F-3FE5-FF395BBF5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257FE-BD7F-4E22-94AE-6D6F0038D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475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18E26-2136-AE20-9284-D38C62CA0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1EAB77-0653-3977-81B9-88FBEB5DAE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6F247B-E4F3-7CCF-843F-62E470566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C31B9-1695-47EE-AA24-B2AFA80C1013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9A577-0CC8-1535-6AE7-4C141A037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A4865-999D-69ED-ECD0-A6CB714E9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257FE-BD7F-4E22-94AE-6D6F0038D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650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B69B5-92B2-CFD5-AC96-718C76248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28940-9A59-306B-9A45-8A2A902BFF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604F5C-6CBC-D2ED-714A-F1B3810277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59AE93-61BF-241E-63AE-B835686E4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C31B9-1695-47EE-AA24-B2AFA80C1013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8FEB0B-9D36-5D2A-EFC9-0C74CA178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6BBBB5-837B-5107-DBC2-EC6378BDB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257FE-BD7F-4E22-94AE-6D6F0038D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827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62A66-63D2-A85A-D426-B836D149D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D0AD88-1525-684F-233A-A3C79737A1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63FE46-7214-2100-B4C3-78879E0997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3C75A6-019C-5DA6-0C87-4E8A09E5F4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FE2C24-6ECA-0271-8846-A00F7C0F01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37DD00-9F65-5A94-1F08-0A2BE3647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C31B9-1695-47EE-AA24-B2AFA80C1013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1FE05D-EEEF-77C0-4546-B3995551D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F09243-E900-2BCB-9B85-2873D192E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257FE-BD7F-4E22-94AE-6D6F0038D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996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35B0B-F45E-D420-D743-AC446CB3F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2B5ED5-5B54-7920-2908-5CFDAB36F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C31B9-1695-47EE-AA24-B2AFA80C1013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67DE96-ECF0-5B58-EB7E-FE543DD90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D944C4-EC2A-889A-FC20-6147442AB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257FE-BD7F-4E22-94AE-6D6F0038D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716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16728A-1176-6814-DA40-BC5A0019B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C31B9-1695-47EE-AA24-B2AFA80C1013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A6662F-6E72-8772-5886-78873A241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A6CA6F-2AA4-8562-FFE2-C1DB7BEB9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257FE-BD7F-4E22-94AE-6D6F0038D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941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1281E-125E-1894-D0B1-280DB9EA5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B75F9C-DB4A-69CF-5CA4-D064DE275B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4A519C-7EE4-69DC-A08F-2315638904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8DC3F7-5F52-A3E9-9B3E-7BC07F994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C31B9-1695-47EE-AA24-B2AFA80C1013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59BF24-EBB8-F387-448F-43248ABAC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E1AC68-560E-F1BA-E24C-AE4AE2CBF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257FE-BD7F-4E22-94AE-6D6F0038D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577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8C82D-15A2-EFA1-BE5D-6DACF2134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DE3713-B61D-CC05-2D92-70ABF1997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7394D3-9CB7-02F2-1453-C1EF48267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8E2AA9-1467-B47B-23C8-4BB1535C2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C31B9-1695-47EE-AA24-B2AFA80C1013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2D6A92-DA52-4828-691D-0742F3E0C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08B6B1-1C22-76DB-E409-9710EF1B0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257FE-BD7F-4E22-94AE-6D6F0038D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397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42EE3-2D2D-518E-F39A-4AF092EB9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57BBFB-1F27-CB88-0E12-6E103F8F78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03DFAF-BAC3-F4A3-D439-36C2B874C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C31B9-1695-47EE-AA24-B2AFA80C1013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6B795C-3E9C-BBFC-94FF-C6319D167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074987-A6EE-B4B0-A524-A992210BE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257FE-BD7F-4E22-94AE-6D6F0038D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023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63426E-3F90-A69E-F750-FE1B296E3C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B4238E-8405-7A66-7164-E53D51C8CF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2B55B6-C62B-C907-B710-D1D39908F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C31B9-1695-47EE-AA24-B2AFA80C1013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9C13B7-5436-56C7-3D50-6EA5E72AA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3FEB4C-9D94-7F18-B079-465BA500A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257FE-BD7F-4E22-94AE-6D6F0038D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287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10A851-CA21-121A-7DCA-DE98B3C73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CA198A-6AB8-1C3A-1444-81415807F9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C82AED-46E3-969D-83DE-BDF3639CAA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DC31B9-1695-47EE-AA24-B2AFA80C1013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7D9E2-C236-6E94-2323-F6FB17E9EA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D08857-B790-DC6C-F0A0-8959E1C55E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F257FE-BD7F-4E22-94AE-6D6F0038D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737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4.png"/><Relationship Id="rId9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ipboard and boxes in front of a warehouse&#10;&#10;AI-generated content may be incorrect.">
            <a:extLst>
              <a:ext uri="{FF2B5EF4-FFF2-40B4-BE49-F238E27FC236}">
                <a16:creationId xmlns:a16="http://schemas.microsoft.com/office/drawing/2014/main" id="{811BF9A9-DC86-C2B5-DA19-C840BDA713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5977" y="262781"/>
            <a:ext cx="2268851" cy="2268851"/>
          </a:xfrm>
          <a:prstGeom prst="rect">
            <a:avLst/>
          </a:prstGeom>
          <a:ln w="228600" cap="sq" cmpd="thickThin">
            <a:noFill/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9" name="Picture 8" descr="A clipboard and boxes with a red arrow&#10;&#10;AI-generated content may be incorrect.">
            <a:extLst>
              <a:ext uri="{FF2B5EF4-FFF2-40B4-BE49-F238E27FC236}">
                <a16:creationId xmlns:a16="http://schemas.microsoft.com/office/drawing/2014/main" id="{B6151514-31E2-ECAA-D4C6-391AA48DB7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067" y="3429000"/>
            <a:ext cx="2268851" cy="2268851"/>
          </a:xfrm>
          <a:prstGeom prst="rect">
            <a:avLst/>
          </a:prstGeom>
          <a:ln w="228600" cap="sq" cmpd="thickThin">
            <a:noFill/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11" name="Picture 10" descr="A shopping cart with objects in it&#10;&#10;AI-generated content may be incorrect.">
            <a:extLst>
              <a:ext uri="{FF2B5EF4-FFF2-40B4-BE49-F238E27FC236}">
                <a16:creationId xmlns:a16="http://schemas.microsoft.com/office/drawing/2014/main" id="{A69A5819-8D09-4513-D386-48103A03C6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0707" y="262782"/>
            <a:ext cx="2268851" cy="2268851"/>
          </a:xfrm>
          <a:prstGeom prst="rect">
            <a:avLst/>
          </a:prstGeom>
          <a:ln w="228600" cap="sq" cmpd="thickThin">
            <a:noFill/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13" name="Picture 12" descr="A clipboard with boxes and a cart&#10;&#10;AI-generated content may be incorrect.">
            <a:extLst>
              <a:ext uri="{FF2B5EF4-FFF2-40B4-BE49-F238E27FC236}">
                <a16:creationId xmlns:a16="http://schemas.microsoft.com/office/drawing/2014/main" id="{46C7905F-36B4-D9A1-A422-39AEFC4BED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244" y="262782"/>
            <a:ext cx="2268851" cy="2268851"/>
          </a:xfrm>
          <a:prstGeom prst="rect">
            <a:avLst/>
          </a:prstGeom>
          <a:ln w="228600" cap="sq" cmpd="thickThin">
            <a:noFill/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46E695CA-7F1B-49C6-B099-2572757F85BA}"/>
              </a:ext>
            </a:extLst>
          </p:cNvPr>
          <p:cNvSpPr/>
          <p:nvPr/>
        </p:nvSpPr>
        <p:spPr>
          <a:xfrm>
            <a:off x="6418138" y="0"/>
            <a:ext cx="2743200" cy="274320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317541-FE42-E377-4422-EBB9E20705F6}"/>
              </a:ext>
            </a:extLst>
          </p:cNvPr>
          <p:cNvSpPr/>
          <p:nvPr/>
        </p:nvSpPr>
        <p:spPr>
          <a:xfrm>
            <a:off x="3289801" y="25606"/>
            <a:ext cx="2743200" cy="274320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87E0D81-F32B-72D6-39F7-A1CEAAEB4D0C}"/>
              </a:ext>
            </a:extLst>
          </p:cNvPr>
          <p:cNvSpPr/>
          <p:nvPr/>
        </p:nvSpPr>
        <p:spPr>
          <a:xfrm>
            <a:off x="164893" y="25606"/>
            <a:ext cx="2743200" cy="274320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03F3396-AD5E-A3D5-CFED-B1AE85029CA2}"/>
              </a:ext>
            </a:extLst>
          </p:cNvPr>
          <p:cNvSpPr/>
          <p:nvPr/>
        </p:nvSpPr>
        <p:spPr>
          <a:xfrm>
            <a:off x="164893" y="3191825"/>
            <a:ext cx="2743200" cy="274320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A group of people with their faces in the background&#10;&#10;AI-generated content may be incorrect.">
            <a:extLst>
              <a:ext uri="{FF2B5EF4-FFF2-40B4-BE49-F238E27FC236}">
                <a16:creationId xmlns:a16="http://schemas.microsoft.com/office/drawing/2014/main" id="{0072B330-3E2D-D961-4AE0-4237644287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6975" y="3429000"/>
            <a:ext cx="2268851" cy="2268851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F00992F2-DD8A-06EA-6E6B-CD681B6E8ECE}"/>
              </a:ext>
            </a:extLst>
          </p:cNvPr>
          <p:cNvSpPr/>
          <p:nvPr/>
        </p:nvSpPr>
        <p:spPr>
          <a:xfrm>
            <a:off x="3289801" y="3191825"/>
            <a:ext cx="2743200" cy="274320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 descr="A red arrow pointing to a door&#10;&#10;AI-generated content may be incorrect.">
            <a:extLst>
              <a:ext uri="{FF2B5EF4-FFF2-40B4-BE49-F238E27FC236}">
                <a16:creationId xmlns:a16="http://schemas.microsoft.com/office/drawing/2014/main" id="{A36EA558-DA86-8C09-864E-ACE5E812516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4824" y="3490361"/>
            <a:ext cx="2146128" cy="2146128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968F8F73-8168-6883-0D4E-6669292D623F}"/>
              </a:ext>
            </a:extLst>
          </p:cNvPr>
          <p:cNvSpPr/>
          <p:nvPr/>
        </p:nvSpPr>
        <p:spPr>
          <a:xfrm>
            <a:off x="6404922" y="3191825"/>
            <a:ext cx="2743200" cy="274320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 descr="A blue floppy disk with black background&#10;&#10;AI-generated content may be incorrect.">
            <a:extLst>
              <a:ext uri="{FF2B5EF4-FFF2-40B4-BE49-F238E27FC236}">
                <a16:creationId xmlns:a16="http://schemas.microsoft.com/office/drawing/2014/main" id="{4A2DE6E8-D96D-1027-EB09-4089322CB53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206" y="3666968"/>
            <a:ext cx="1969521" cy="1969521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B556067F-5360-3EAB-A9A1-DD9DCFC2A854}"/>
              </a:ext>
            </a:extLst>
          </p:cNvPr>
          <p:cNvSpPr/>
          <p:nvPr/>
        </p:nvSpPr>
        <p:spPr>
          <a:xfrm>
            <a:off x="9285442" y="3191825"/>
            <a:ext cx="2743200" cy="274320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 descr="A blue book with a white gear and a green bookmark&#10;&#10;AI-generated content may be incorrect.">
            <a:extLst>
              <a:ext uri="{FF2B5EF4-FFF2-40B4-BE49-F238E27FC236}">
                <a16:creationId xmlns:a16="http://schemas.microsoft.com/office/drawing/2014/main" id="{20F50D05-287D-7DF8-DBA0-A55DF8F0FAC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3046" y="262686"/>
            <a:ext cx="2268946" cy="2268946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248D431C-7297-FF77-DBF9-FAB91978A4B8}"/>
              </a:ext>
            </a:extLst>
          </p:cNvPr>
          <p:cNvSpPr/>
          <p:nvPr/>
        </p:nvSpPr>
        <p:spPr>
          <a:xfrm>
            <a:off x="9285442" y="0"/>
            <a:ext cx="2743200" cy="274320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83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6E695CA-7F1B-49C6-B099-2572757F85BA}"/>
              </a:ext>
            </a:extLst>
          </p:cNvPr>
          <p:cNvSpPr/>
          <p:nvPr/>
        </p:nvSpPr>
        <p:spPr>
          <a:xfrm>
            <a:off x="6418138" y="0"/>
            <a:ext cx="2743200" cy="274320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317541-FE42-E377-4422-EBB9E20705F6}"/>
              </a:ext>
            </a:extLst>
          </p:cNvPr>
          <p:cNvSpPr/>
          <p:nvPr/>
        </p:nvSpPr>
        <p:spPr>
          <a:xfrm>
            <a:off x="3289801" y="25606"/>
            <a:ext cx="2743200" cy="274320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87E0D81-F32B-72D6-39F7-A1CEAAEB4D0C}"/>
              </a:ext>
            </a:extLst>
          </p:cNvPr>
          <p:cNvSpPr/>
          <p:nvPr/>
        </p:nvSpPr>
        <p:spPr>
          <a:xfrm>
            <a:off x="164893" y="25606"/>
            <a:ext cx="2743200" cy="274320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03F3396-AD5E-A3D5-CFED-B1AE85029CA2}"/>
              </a:ext>
            </a:extLst>
          </p:cNvPr>
          <p:cNvSpPr/>
          <p:nvPr/>
        </p:nvSpPr>
        <p:spPr>
          <a:xfrm>
            <a:off x="164893" y="3191825"/>
            <a:ext cx="2743200" cy="274320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00992F2-DD8A-06EA-6E6B-CD681B6E8ECE}"/>
              </a:ext>
            </a:extLst>
          </p:cNvPr>
          <p:cNvSpPr/>
          <p:nvPr/>
        </p:nvSpPr>
        <p:spPr>
          <a:xfrm>
            <a:off x="3289801" y="3191825"/>
            <a:ext cx="2743200" cy="274320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68F8F73-8168-6883-0D4E-6669292D623F}"/>
              </a:ext>
            </a:extLst>
          </p:cNvPr>
          <p:cNvSpPr/>
          <p:nvPr/>
        </p:nvSpPr>
        <p:spPr>
          <a:xfrm>
            <a:off x="6404922" y="3191825"/>
            <a:ext cx="2743200" cy="274320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556067F-5360-3EAB-A9A1-DD9DCFC2A854}"/>
              </a:ext>
            </a:extLst>
          </p:cNvPr>
          <p:cNvSpPr/>
          <p:nvPr/>
        </p:nvSpPr>
        <p:spPr>
          <a:xfrm>
            <a:off x="9285442" y="3191825"/>
            <a:ext cx="2743200" cy="274320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48D431C-7297-FF77-DBF9-FAB91978A4B8}"/>
              </a:ext>
            </a:extLst>
          </p:cNvPr>
          <p:cNvSpPr/>
          <p:nvPr/>
        </p:nvSpPr>
        <p:spPr>
          <a:xfrm>
            <a:off x="9285442" y="0"/>
            <a:ext cx="2743200" cy="274320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magnifying glass and a computer monitor&#10;&#10;AI-generated content may be incorrect.">
            <a:extLst>
              <a:ext uri="{FF2B5EF4-FFF2-40B4-BE49-F238E27FC236}">
                <a16:creationId xmlns:a16="http://schemas.microsoft.com/office/drawing/2014/main" id="{71E7B169-5BDD-7137-5D8E-C89392580D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743" y="237339"/>
            <a:ext cx="2319733" cy="2319733"/>
          </a:xfrm>
          <a:prstGeom prst="rect">
            <a:avLst/>
          </a:prstGeom>
        </p:spPr>
      </p:pic>
      <p:pic>
        <p:nvPicPr>
          <p:cNvPr id="4" name="Picture 3" descr="A blue and white house with arrows&#10;&#10;AI-generated content may be incorrect.">
            <a:extLst>
              <a:ext uri="{FF2B5EF4-FFF2-40B4-BE49-F238E27FC236}">
                <a16:creationId xmlns:a16="http://schemas.microsoft.com/office/drawing/2014/main" id="{1F81A943-66C3-B4CD-E5ED-F1B1DD8A30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2416" y="152088"/>
            <a:ext cx="2468211" cy="2468211"/>
          </a:xfrm>
          <a:prstGeom prst="rect">
            <a:avLst/>
          </a:prstGeom>
        </p:spPr>
      </p:pic>
      <p:pic>
        <p:nvPicPr>
          <p:cNvPr id="6" name="Picture 5" descr="A yellow machine with a black background&#10;&#10;AI-generated content may be incorrect.">
            <a:extLst>
              <a:ext uri="{FF2B5EF4-FFF2-40B4-BE49-F238E27FC236}">
                <a16:creationId xmlns:a16="http://schemas.microsoft.com/office/drawing/2014/main" id="{8BE12DFC-EA16-AA08-FD45-E354674338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6819" y="197058"/>
            <a:ext cx="2449954" cy="2449954"/>
          </a:xfrm>
          <a:prstGeom prst="rect">
            <a:avLst/>
          </a:prstGeom>
        </p:spPr>
      </p:pic>
      <p:pic>
        <p:nvPicPr>
          <p:cNvPr id="8" name="Picture 7" descr="A computer screen with buttons and a blue screen&#10;&#10;AI-generated content may be incorrect.">
            <a:extLst>
              <a:ext uri="{FF2B5EF4-FFF2-40B4-BE49-F238E27FC236}">
                <a16:creationId xmlns:a16="http://schemas.microsoft.com/office/drawing/2014/main" id="{1F0B7824-099F-6C46-D79C-E8EC23B858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4195" y="3473970"/>
            <a:ext cx="2085011" cy="2085011"/>
          </a:xfrm>
          <a:prstGeom prst="rect">
            <a:avLst/>
          </a:prstGeom>
        </p:spPr>
      </p:pic>
      <p:pic>
        <p:nvPicPr>
          <p:cNvPr id="5" name="Picture 4" descr="A clipboard with a house on it&#10;&#10;AI-generated content may be incorrect.">
            <a:extLst>
              <a:ext uri="{FF2B5EF4-FFF2-40B4-BE49-F238E27FC236}">
                <a16:creationId xmlns:a16="http://schemas.microsoft.com/office/drawing/2014/main" id="{5EDD239C-F3A1-0753-CDA0-A284DB707A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104" y="3429001"/>
            <a:ext cx="2267262" cy="2267262"/>
          </a:xfrm>
          <a:prstGeom prst="rect">
            <a:avLst/>
          </a:prstGeom>
        </p:spPr>
      </p:pic>
      <p:pic>
        <p:nvPicPr>
          <p:cNvPr id="9" name="Picture 8" descr="A group of colorful folders&#10;&#10;AI-generated content may be incorrect.">
            <a:extLst>
              <a:ext uri="{FF2B5EF4-FFF2-40B4-BE49-F238E27FC236}">
                <a16:creationId xmlns:a16="http://schemas.microsoft.com/office/drawing/2014/main" id="{85C546D0-A0AF-21DE-C527-7BB2A7CAB9A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1594" y="3429000"/>
            <a:ext cx="2036478" cy="2036478"/>
          </a:xfrm>
          <a:prstGeom prst="rect">
            <a:avLst/>
          </a:prstGeom>
        </p:spPr>
      </p:pic>
      <p:pic>
        <p:nvPicPr>
          <p:cNvPr id="11" name="Picture 10" descr="A black and red cable reel&#10;&#10;AI-generated content may be incorrect.">
            <a:extLst>
              <a:ext uri="{FF2B5EF4-FFF2-40B4-BE49-F238E27FC236}">
                <a16:creationId xmlns:a16="http://schemas.microsoft.com/office/drawing/2014/main" id="{B0AE124F-A19A-C16B-107C-28CDB717498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4029" y="3790950"/>
            <a:ext cx="2381250" cy="2381250"/>
          </a:xfrm>
          <a:prstGeom prst="rect">
            <a:avLst/>
          </a:prstGeom>
        </p:spPr>
      </p:pic>
      <p:pic>
        <p:nvPicPr>
          <p:cNvPr id="7" name="Picture 6" descr="A yellow and green land survey&#10;&#10;AI-generated content may be incorrect.">
            <a:extLst>
              <a:ext uri="{FF2B5EF4-FFF2-40B4-BE49-F238E27FC236}">
                <a16:creationId xmlns:a16="http://schemas.microsoft.com/office/drawing/2014/main" id="{3C62A91F-DFFC-49E4-D5B2-FF153C1B671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4716" y="237339"/>
            <a:ext cx="2224652" cy="2224652"/>
          </a:xfrm>
          <a:prstGeom prst="rect">
            <a:avLst/>
          </a:prstGeom>
        </p:spPr>
      </p:pic>
      <p:pic>
        <p:nvPicPr>
          <p:cNvPr id="18" name="Picture 17" descr="A yellow object with a blue circle and a ruler&#10;&#10;AI-generated content may be incorrect.">
            <a:extLst>
              <a:ext uri="{FF2B5EF4-FFF2-40B4-BE49-F238E27FC236}">
                <a16:creationId xmlns:a16="http://schemas.microsoft.com/office/drawing/2014/main" id="{1DC5F5C6-2DE3-B4D9-00CE-02C82E7C2FD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0043" y="3473970"/>
            <a:ext cx="2211853" cy="2211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491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and purple sign with numbers and a black background&#10;&#10;AI-generated content may be incorrect.">
            <a:extLst>
              <a:ext uri="{FF2B5EF4-FFF2-40B4-BE49-F238E27FC236}">
                <a16:creationId xmlns:a16="http://schemas.microsoft.com/office/drawing/2014/main" id="{476A8C52-1762-50E1-6762-4D3A6DA5FB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8938" y="3382721"/>
            <a:ext cx="1309899" cy="1309899"/>
          </a:xfrm>
          <a:prstGeom prst="rect">
            <a:avLst/>
          </a:prstGeom>
        </p:spPr>
      </p:pic>
      <p:pic>
        <p:nvPicPr>
          <p:cNvPr id="5" name="Picture 4" descr="A road with white lines&#10;&#10;AI-generated content may be incorrect.">
            <a:extLst>
              <a:ext uri="{FF2B5EF4-FFF2-40B4-BE49-F238E27FC236}">
                <a16:creationId xmlns:a16="http://schemas.microsoft.com/office/drawing/2014/main" id="{8043AC24-F62F-51D6-138B-274369101B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4434" y="4009163"/>
            <a:ext cx="2620123" cy="1746748"/>
          </a:xfrm>
          <a:prstGeom prst="rect">
            <a:avLst/>
          </a:prstGeom>
        </p:spPr>
      </p:pic>
      <p:pic>
        <p:nvPicPr>
          <p:cNvPr id="32" name="Picture 31" descr="A blue and purple sign with numbers and a black background&#10;&#10;AI-generated content may be incorrect.">
            <a:extLst>
              <a:ext uri="{FF2B5EF4-FFF2-40B4-BE49-F238E27FC236}">
                <a16:creationId xmlns:a16="http://schemas.microsoft.com/office/drawing/2014/main" id="{79CA0D64-0484-DF98-C95D-7D6759DE2A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198" y="3243839"/>
            <a:ext cx="1690712" cy="1690712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46E695CA-7F1B-49C6-B099-2572757F85BA}"/>
              </a:ext>
            </a:extLst>
          </p:cNvPr>
          <p:cNvSpPr/>
          <p:nvPr/>
        </p:nvSpPr>
        <p:spPr>
          <a:xfrm>
            <a:off x="6418138" y="0"/>
            <a:ext cx="2743200" cy="274320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317541-FE42-E377-4422-EBB9E20705F6}"/>
              </a:ext>
            </a:extLst>
          </p:cNvPr>
          <p:cNvSpPr/>
          <p:nvPr/>
        </p:nvSpPr>
        <p:spPr>
          <a:xfrm>
            <a:off x="3289801" y="25606"/>
            <a:ext cx="2743200" cy="274320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87E0D81-F32B-72D6-39F7-A1CEAAEB4D0C}"/>
              </a:ext>
            </a:extLst>
          </p:cNvPr>
          <p:cNvSpPr/>
          <p:nvPr/>
        </p:nvSpPr>
        <p:spPr>
          <a:xfrm>
            <a:off x="164893" y="25606"/>
            <a:ext cx="2743200" cy="274320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03F3396-AD5E-A3D5-CFED-B1AE85029CA2}"/>
              </a:ext>
            </a:extLst>
          </p:cNvPr>
          <p:cNvSpPr/>
          <p:nvPr/>
        </p:nvSpPr>
        <p:spPr>
          <a:xfrm>
            <a:off x="164893" y="3191825"/>
            <a:ext cx="2743200" cy="274320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00992F2-DD8A-06EA-6E6B-CD681B6E8ECE}"/>
              </a:ext>
            </a:extLst>
          </p:cNvPr>
          <p:cNvSpPr/>
          <p:nvPr/>
        </p:nvSpPr>
        <p:spPr>
          <a:xfrm>
            <a:off x="3289801" y="3191825"/>
            <a:ext cx="2743200" cy="274320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68F8F73-8168-6883-0D4E-6669292D623F}"/>
              </a:ext>
            </a:extLst>
          </p:cNvPr>
          <p:cNvSpPr/>
          <p:nvPr/>
        </p:nvSpPr>
        <p:spPr>
          <a:xfrm>
            <a:off x="6404922" y="3191825"/>
            <a:ext cx="2743200" cy="274320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556067F-5360-3EAB-A9A1-DD9DCFC2A854}"/>
              </a:ext>
            </a:extLst>
          </p:cNvPr>
          <p:cNvSpPr/>
          <p:nvPr/>
        </p:nvSpPr>
        <p:spPr>
          <a:xfrm>
            <a:off x="9285442" y="3191825"/>
            <a:ext cx="2743200" cy="274320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48D431C-7297-FF77-DBF9-FAB91978A4B8}"/>
              </a:ext>
            </a:extLst>
          </p:cNvPr>
          <p:cNvSpPr/>
          <p:nvPr/>
        </p:nvSpPr>
        <p:spPr>
          <a:xfrm>
            <a:off x="9285442" y="0"/>
            <a:ext cx="2743200" cy="274320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group of colorful folders&#10;&#10;AI-generated content may be incorrect.">
            <a:extLst>
              <a:ext uri="{FF2B5EF4-FFF2-40B4-BE49-F238E27FC236}">
                <a16:creationId xmlns:a16="http://schemas.microsoft.com/office/drawing/2014/main" id="{85C546D0-A0AF-21DE-C527-7BB2A7CAB9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821" y="4501724"/>
            <a:ext cx="1270900" cy="1270900"/>
          </a:xfrm>
          <a:prstGeom prst="rect">
            <a:avLst/>
          </a:prstGeom>
        </p:spPr>
      </p:pic>
      <p:pic>
        <p:nvPicPr>
          <p:cNvPr id="7" name="Picture 6" descr="A building with sand and shovel&#10;&#10;AI-generated content may be incorrect.">
            <a:extLst>
              <a:ext uri="{FF2B5EF4-FFF2-40B4-BE49-F238E27FC236}">
                <a16:creationId xmlns:a16="http://schemas.microsoft.com/office/drawing/2014/main" id="{A8E53A8E-A31A-08D1-BE05-68E34D49773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3680" y="3429000"/>
            <a:ext cx="2152116" cy="2152116"/>
          </a:xfrm>
          <a:prstGeom prst="rect">
            <a:avLst/>
          </a:prstGeom>
        </p:spPr>
      </p:pic>
      <p:pic>
        <p:nvPicPr>
          <p:cNvPr id="12" name="Picture 11" descr="A person in a blue helmet holding a paper&#10;&#10;AI-generated content may be incorrect.">
            <a:extLst>
              <a:ext uri="{FF2B5EF4-FFF2-40B4-BE49-F238E27FC236}">
                <a16:creationId xmlns:a16="http://schemas.microsoft.com/office/drawing/2014/main" id="{EC6D3438-AB27-5136-A507-F5AED66182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1" y="155103"/>
            <a:ext cx="2743199" cy="2743199"/>
          </a:xfrm>
          <a:prstGeom prst="rect">
            <a:avLst/>
          </a:prstGeom>
        </p:spPr>
      </p:pic>
      <p:pic>
        <p:nvPicPr>
          <p:cNvPr id="18" name="Picture 17" descr="A building with a crane&#10;&#10;AI-generated content may be incorrect.">
            <a:extLst>
              <a:ext uri="{FF2B5EF4-FFF2-40B4-BE49-F238E27FC236}">
                <a16:creationId xmlns:a16="http://schemas.microsoft.com/office/drawing/2014/main" id="{2323C1A6-7004-1BDB-8307-C8D5C4E3BEC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4155" y="199057"/>
            <a:ext cx="2304734" cy="2304734"/>
          </a:xfrm>
          <a:prstGeom prst="rect">
            <a:avLst/>
          </a:prstGeom>
        </p:spPr>
      </p:pic>
      <p:pic>
        <p:nvPicPr>
          <p:cNvPr id="20" name="Picture 19" descr="A blue and purple gradient crane and building&#10;&#10;AI-generated content may be incorrect.">
            <a:extLst>
              <a:ext uri="{FF2B5EF4-FFF2-40B4-BE49-F238E27FC236}">
                <a16:creationId xmlns:a16="http://schemas.microsoft.com/office/drawing/2014/main" id="{19FA1D40-37D4-9A5E-C37D-FE435AB2F77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3713" y="239408"/>
            <a:ext cx="2264383" cy="2264383"/>
          </a:xfrm>
          <a:prstGeom prst="rect">
            <a:avLst/>
          </a:prstGeom>
        </p:spPr>
      </p:pic>
      <p:pic>
        <p:nvPicPr>
          <p:cNvPr id="23" name="Picture 22" descr="A crane and building under construction&#10;&#10;AI-generated content may be incorrect.">
            <a:extLst>
              <a:ext uri="{FF2B5EF4-FFF2-40B4-BE49-F238E27FC236}">
                <a16:creationId xmlns:a16="http://schemas.microsoft.com/office/drawing/2014/main" id="{E7AE51F5-6AE6-A557-7E15-695E78F9CC5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198" y="359330"/>
            <a:ext cx="2024540" cy="2024540"/>
          </a:xfrm>
          <a:prstGeom prst="rect">
            <a:avLst/>
          </a:prstGeom>
        </p:spPr>
      </p:pic>
      <p:pic>
        <p:nvPicPr>
          <p:cNvPr id="34" name="Picture 33" descr="A stack of different layers of road&#10;&#10;AI-generated content may be incorrect.">
            <a:extLst>
              <a:ext uri="{FF2B5EF4-FFF2-40B4-BE49-F238E27FC236}">
                <a16:creationId xmlns:a16="http://schemas.microsoft.com/office/drawing/2014/main" id="{BAAB42D2-B460-7DED-E4F0-E718C632930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7688" y="3382721"/>
            <a:ext cx="2413989" cy="2361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671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0E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7ED3C4-D9C6-0A6A-C794-F748E8ED7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93CC603-25A5-2FC6-CD87-5EF4D46D1F8F}"/>
              </a:ext>
            </a:extLst>
          </p:cNvPr>
          <p:cNvCxnSpPr>
            <a:cxnSpLocks/>
          </p:cNvCxnSpPr>
          <p:nvPr/>
        </p:nvCxnSpPr>
        <p:spPr>
          <a:xfrm flipV="1">
            <a:off x="1357071" y="658761"/>
            <a:ext cx="1022335" cy="634565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E58C9C6E-F888-425F-003D-B6AA4E0B2964}"/>
              </a:ext>
            </a:extLst>
          </p:cNvPr>
          <p:cNvSpPr/>
          <p:nvPr/>
        </p:nvSpPr>
        <p:spPr>
          <a:xfrm>
            <a:off x="6418138" y="0"/>
            <a:ext cx="2743200" cy="274320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7DAA5D3-FF38-CA0C-81D9-E22236E0F830}"/>
              </a:ext>
            </a:extLst>
          </p:cNvPr>
          <p:cNvSpPr/>
          <p:nvPr/>
        </p:nvSpPr>
        <p:spPr>
          <a:xfrm>
            <a:off x="3289801" y="25606"/>
            <a:ext cx="2743200" cy="274320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038B07F-AD74-78F3-38DE-3E0C61F907E9}"/>
              </a:ext>
            </a:extLst>
          </p:cNvPr>
          <p:cNvSpPr/>
          <p:nvPr/>
        </p:nvSpPr>
        <p:spPr>
          <a:xfrm>
            <a:off x="164893" y="25606"/>
            <a:ext cx="2743200" cy="274320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F1AD568-4D5B-25C4-EEFC-3B3BEB7E0811}"/>
              </a:ext>
            </a:extLst>
          </p:cNvPr>
          <p:cNvSpPr/>
          <p:nvPr/>
        </p:nvSpPr>
        <p:spPr>
          <a:xfrm>
            <a:off x="164893" y="3191825"/>
            <a:ext cx="2743200" cy="274320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4F3F265-D523-589B-0D10-7358CA36D9C6}"/>
              </a:ext>
            </a:extLst>
          </p:cNvPr>
          <p:cNvSpPr/>
          <p:nvPr/>
        </p:nvSpPr>
        <p:spPr>
          <a:xfrm>
            <a:off x="3289801" y="3191825"/>
            <a:ext cx="2743200" cy="274320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C68B966-72D8-6058-56EE-FF3D13A7B608}"/>
              </a:ext>
            </a:extLst>
          </p:cNvPr>
          <p:cNvSpPr/>
          <p:nvPr/>
        </p:nvSpPr>
        <p:spPr>
          <a:xfrm>
            <a:off x="6404922" y="3191825"/>
            <a:ext cx="2743200" cy="274320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85017E4-B111-6BEB-528B-91F58F0E63C3}"/>
              </a:ext>
            </a:extLst>
          </p:cNvPr>
          <p:cNvSpPr/>
          <p:nvPr/>
        </p:nvSpPr>
        <p:spPr>
          <a:xfrm>
            <a:off x="9285442" y="3191825"/>
            <a:ext cx="2743200" cy="274320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B5E7985-CFA9-C7C6-A884-8B419D39E501}"/>
              </a:ext>
            </a:extLst>
          </p:cNvPr>
          <p:cNvSpPr/>
          <p:nvPr/>
        </p:nvSpPr>
        <p:spPr>
          <a:xfrm>
            <a:off x="9285442" y="0"/>
            <a:ext cx="2743200" cy="274320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person in a hard hat looking at a machine&#10;&#10;AI-generated content may be incorrect.">
            <a:extLst>
              <a:ext uri="{FF2B5EF4-FFF2-40B4-BE49-F238E27FC236}">
                <a16:creationId xmlns:a16="http://schemas.microsoft.com/office/drawing/2014/main" id="{D0F4B030-4FDC-53C7-2FF8-6978B62528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10" y="1152934"/>
            <a:ext cx="1457180" cy="1457180"/>
          </a:xfrm>
          <a:prstGeom prst="rect">
            <a:avLst/>
          </a:prstGeom>
        </p:spPr>
      </p:pic>
      <p:pic>
        <p:nvPicPr>
          <p:cNvPr id="19" name="Picture 18" descr="A yellow and black exclamation mark&#10;&#10;AI-generated content may be incorrect.">
            <a:extLst>
              <a:ext uri="{FF2B5EF4-FFF2-40B4-BE49-F238E27FC236}">
                <a16:creationId xmlns:a16="http://schemas.microsoft.com/office/drawing/2014/main" id="{7081D6BA-C525-E142-21AF-BD5405BEAA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1084" y="346106"/>
            <a:ext cx="424550" cy="1153737"/>
          </a:xfrm>
          <a:prstGeom prst="rect">
            <a:avLst/>
          </a:prstGeom>
        </p:spPr>
      </p:pic>
      <p:pic>
        <p:nvPicPr>
          <p:cNvPr id="29" name="Picture 28" descr="A brown and green layered cake&#10;&#10;AI-generated content may be incorrect.">
            <a:extLst>
              <a:ext uri="{FF2B5EF4-FFF2-40B4-BE49-F238E27FC236}">
                <a16:creationId xmlns:a16="http://schemas.microsoft.com/office/drawing/2014/main" id="{94B3636D-7808-C6D1-72AC-D4343CAED0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4204" y="1452018"/>
            <a:ext cx="787433" cy="429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724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FFC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049653-588A-6A42-A1DB-157582B16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066DF97-0B90-5C1B-C2F7-87234B8B0BCE}"/>
              </a:ext>
            </a:extLst>
          </p:cNvPr>
          <p:cNvSpPr/>
          <p:nvPr/>
        </p:nvSpPr>
        <p:spPr>
          <a:xfrm>
            <a:off x="6418138" y="0"/>
            <a:ext cx="2743200" cy="274320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4ADB41B-0712-9324-E4FC-886756AFDC65}"/>
              </a:ext>
            </a:extLst>
          </p:cNvPr>
          <p:cNvSpPr/>
          <p:nvPr/>
        </p:nvSpPr>
        <p:spPr>
          <a:xfrm>
            <a:off x="3289801" y="25606"/>
            <a:ext cx="2743200" cy="274320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C7AEF9-42D0-DAA9-DD3E-1BA3E8B995D8}"/>
              </a:ext>
            </a:extLst>
          </p:cNvPr>
          <p:cNvSpPr/>
          <p:nvPr/>
        </p:nvSpPr>
        <p:spPr>
          <a:xfrm>
            <a:off x="164893" y="25606"/>
            <a:ext cx="2743200" cy="274320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B901A79-4325-4F12-AFD3-1841E225CFE8}"/>
              </a:ext>
            </a:extLst>
          </p:cNvPr>
          <p:cNvSpPr/>
          <p:nvPr/>
        </p:nvSpPr>
        <p:spPr>
          <a:xfrm>
            <a:off x="164893" y="3191825"/>
            <a:ext cx="2743200" cy="274320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9D5AB66-DDED-E5DB-6D12-5D362C132ADD}"/>
              </a:ext>
            </a:extLst>
          </p:cNvPr>
          <p:cNvSpPr/>
          <p:nvPr/>
        </p:nvSpPr>
        <p:spPr>
          <a:xfrm>
            <a:off x="3289801" y="3191825"/>
            <a:ext cx="2743200" cy="274320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374002B-8E82-0AD6-48F8-111B1DB00C23}"/>
              </a:ext>
            </a:extLst>
          </p:cNvPr>
          <p:cNvSpPr/>
          <p:nvPr/>
        </p:nvSpPr>
        <p:spPr>
          <a:xfrm>
            <a:off x="6404922" y="3191825"/>
            <a:ext cx="2743200" cy="274320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362C214-FC02-73F9-FFEE-EBC86ECD010B}"/>
              </a:ext>
            </a:extLst>
          </p:cNvPr>
          <p:cNvSpPr/>
          <p:nvPr/>
        </p:nvSpPr>
        <p:spPr>
          <a:xfrm>
            <a:off x="9285442" y="3191825"/>
            <a:ext cx="2743200" cy="274320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3D25FD3-11EF-0593-BE6E-7171F0FFD210}"/>
              </a:ext>
            </a:extLst>
          </p:cNvPr>
          <p:cNvSpPr/>
          <p:nvPr/>
        </p:nvSpPr>
        <p:spPr>
          <a:xfrm>
            <a:off x="9285442" y="0"/>
            <a:ext cx="2743200" cy="274320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DE21B0-67D6-0CA0-0DC8-228A732EAD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4746" y="3767712"/>
            <a:ext cx="2219635" cy="581106"/>
          </a:xfrm>
          <a:prstGeom prst="rect">
            <a:avLst/>
          </a:prstGeom>
          <a:solidFill>
            <a:srgbClr val="C0FFC0"/>
          </a:solidFill>
        </p:spPr>
      </p:pic>
      <p:pic>
        <p:nvPicPr>
          <p:cNvPr id="6" name="Picture 5" descr="A cartoon of a child holding a microphone&#10;&#10;AI-generated content may be incorrect.">
            <a:extLst>
              <a:ext uri="{FF2B5EF4-FFF2-40B4-BE49-F238E27FC236}">
                <a16:creationId xmlns:a16="http://schemas.microsoft.com/office/drawing/2014/main" id="{E183E2C4-42DB-F04B-736D-9B591E859B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9801" y="106340"/>
            <a:ext cx="2533448" cy="2533448"/>
          </a:xfrm>
          <a:prstGeom prst="rect">
            <a:avLst/>
          </a:prstGeom>
        </p:spPr>
      </p:pic>
      <p:pic>
        <p:nvPicPr>
          <p:cNvPr id="8" name="Picture 7" descr="A cartoon of a child singing into a microphone&#10;&#10;AI-generated content may be incorrect.">
            <a:extLst>
              <a:ext uri="{FF2B5EF4-FFF2-40B4-BE49-F238E27FC236}">
                <a16:creationId xmlns:a16="http://schemas.microsoft.com/office/drawing/2014/main" id="{6D804C9C-4B3A-B58B-5ED3-75D550AD29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4746" y="136608"/>
            <a:ext cx="2490931" cy="2490931"/>
          </a:xfrm>
          <a:prstGeom prst="rect">
            <a:avLst/>
          </a:prstGeom>
        </p:spPr>
      </p:pic>
      <p:pic>
        <p:nvPicPr>
          <p:cNvPr id="3" name="Picture 2" descr="A house with a blue roof&#10;&#10;AI-generated content may be incorrect.">
            <a:extLst>
              <a:ext uri="{FF2B5EF4-FFF2-40B4-BE49-F238E27FC236}">
                <a16:creationId xmlns:a16="http://schemas.microsoft.com/office/drawing/2014/main" id="{F7299436-957E-8E3E-FAC1-7294A6A1D7D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309" y="298609"/>
            <a:ext cx="2328930" cy="2328930"/>
          </a:xfrm>
          <a:prstGeom prst="rect">
            <a:avLst/>
          </a:prstGeom>
        </p:spPr>
      </p:pic>
      <p:pic>
        <p:nvPicPr>
          <p:cNvPr id="5" name="Picture 4" descr="A hexagon with red and blue text&#10;&#10;AI-generated content may be incorrect.">
            <a:extLst>
              <a:ext uri="{FF2B5EF4-FFF2-40B4-BE49-F238E27FC236}">
                <a16:creationId xmlns:a16="http://schemas.microsoft.com/office/drawing/2014/main" id="{AB352555-5025-B3DE-2962-922864060C7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4445" y="3098765"/>
            <a:ext cx="2961555" cy="2892910"/>
          </a:xfrm>
          <a:prstGeom prst="rect">
            <a:avLst/>
          </a:prstGeom>
        </p:spPr>
      </p:pic>
      <p:pic>
        <p:nvPicPr>
          <p:cNvPr id="9" name="Picture 8" descr="A hexagon with red and blue text&#10;&#10;AI-generated content may be incorrect.">
            <a:extLst>
              <a:ext uri="{FF2B5EF4-FFF2-40B4-BE49-F238E27FC236}">
                <a16:creationId xmlns:a16="http://schemas.microsoft.com/office/drawing/2014/main" id="{EF66A7A0-BC29-BABA-7EC6-AB5F6C2BB04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05" y="3270345"/>
            <a:ext cx="2598498" cy="2619710"/>
          </a:xfrm>
          <a:prstGeom prst="rect">
            <a:avLst/>
          </a:prstGeom>
        </p:spPr>
      </p:pic>
      <p:pic>
        <p:nvPicPr>
          <p:cNvPr id="7" name="Picture 6" descr="An orange arrow pointing to the left&#10;&#10;AI-generated content may be incorrect.">
            <a:extLst>
              <a:ext uri="{FF2B5EF4-FFF2-40B4-BE49-F238E27FC236}">
                <a16:creationId xmlns:a16="http://schemas.microsoft.com/office/drawing/2014/main" id="{8BB7FE2A-7F04-FCA3-733C-7C359A2503E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7339" y="3273234"/>
            <a:ext cx="2619710" cy="2619710"/>
          </a:xfrm>
          <a:prstGeom prst="rect">
            <a:avLst/>
          </a:prstGeom>
        </p:spPr>
      </p:pic>
      <p:pic>
        <p:nvPicPr>
          <p:cNvPr id="10" name="Picture 9" descr="A group of men in safety vests and helmets&#10;&#10;AI-generated content may be incorrect.">
            <a:extLst>
              <a:ext uri="{FF2B5EF4-FFF2-40B4-BE49-F238E27FC236}">
                <a16:creationId xmlns:a16="http://schemas.microsoft.com/office/drawing/2014/main" id="{5791C380-CCF8-03DA-B734-7B53DC71FDD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7308" y="419041"/>
            <a:ext cx="2499375" cy="1905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267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1446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Đăng Huân Võ</dc:creator>
  <cp:lastModifiedBy>Đăng Huân Võ</cp:lastModifiedBy>
  <cp:revision>10</cp:revision>
  <dcterms:created xsi:type="dcterms:W3CDTF">2025-05-17T13:32:13Z</dcterms:created>
  <dcterms:modified xsi:type="dcterms:W3CDTF">2025-07-07T16:00:10Z</dcterms:modified>
</cp:coreProperties>
</file>